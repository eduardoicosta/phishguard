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PhishGuard: segurança contra phishing entregue como serviço (SECaaS). A promessa: proteção forte que roda sozinha, sem atrito para o usuário. Time: Arthur, Eduardo e Enzo.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problema: phishing é o principal caminho das fraudes, e as soluções existentes pioram o risco de privacidade ao armazenar o conteúdo dos usuários. Nossa resposta: bloquear o golpe em tempo real, em vários canais, sem nunca reter o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produto é um ecossistema com três pontos de contato e um só motor de detecção. O diferencial que vende: antes de qualquer dado sair para análise, a IA mascara automaticamente CPF, cartão e senhas — privacidade embutida no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SaaS com duas frentes: B2C de baixo ticket e alto volume, e B2B por assento com ticket maior e foco em governança. A entrada é sem fricção: freemium no consumidor, trial de 14 dias na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puro: margem de contribuição acima de 85% no B2C e 90% no B2B. Investimento inicial pequeno, breakeven no quarto mês. O retorno sobre o custo de aquisição é forte nos dois segmentos. No mês 6 o caixa acumulado já é positivo.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Onde estamos: protótipo funcional acima de 85%. A infraestrutura crítica já está de pé — banco em nuvem, extensão publicável e IA em duas camadas. Preencher os links do vídeo e do repositório antes da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05156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3774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Invisível.  Proteção Invencível.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0" y="2971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SECaaS ANTI-PHISHING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91944" y="4288536"/>
            <a:ext cx="1572768" cy="157276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6" name="Image 0" descr="C:\Users\eduar\AppData\Local\Temp\claude\C--Users-eduar-Downloads-PhishGuard---Codigo-PhishGuard\d8339e24-703b-46f5-bde7-977d79a5d089\scratchpad/arthur_sq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6808" y="4343400"/>
            <a:ext cx="1463040" cy="1463040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89608" y="59344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Biancchi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99162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09464" y="4288536"/>
            <a:ext cx="1572768" cy="157276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9" name="Image 1" descr="C:\Users\eduar\AppData\Local\Temp\claude\C--Users-eduar-Downloads-PhishGuard---Codigo-PhishGuard\d8339e24-703b-46f5-bde7-977d79a5d089\scratchpad/eduardo_sq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8" y="4343400"/>
            <a:ext cx="1463040" cy="1463040"/>
          </a:xfrm>
          <a:prstGeom prst="ellipse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907128" y="59344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Costa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552519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326984" y="4288536"/>
            <a:ext cx="1572768" cy="157276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2" name="Image 2" descr="C:\Users\eduar\AppData\Local\Temp\claude\C--Users-eduar-Downloads-PhishGuard---Codigo-PhishGuard\d8339e24-703b-46f5-bde7-977d79a5d089\scratchpad/enzo_sq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848" y="4343400"/>
            <a:ext cx="1463040" cy="1463040"/>
          </a:xfrm>
          <a:prstGeom prst="ellipse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24648" y="59344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 Meschini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550807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PRECISA DISSO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— e a nossa resposta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227168" cy="3200400"/>
          </a:xfrm>
          <a:prstGeom prst="roundRect">
            <a:avLst>
              <a:gd name="adj" fmla="val 2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24448" y="2743200"/>
            <a:ext cx="5227168" cy="3200400"/>
          </a:xfrm>
          <a:prstGeom prst="roundRect">
            <a:avLst>
              <a:gd name="adj" fmla="val 2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01752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611880"/>
            <a:ext cx="45870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social é o maior vetor de fraude corporativa.</a:t>
            </a:r>
            <a:endParaRPr lang="en-US" sz="1600" dirty="0"/>
          </a:p>
          <a:p>
            <a:pPr marL="203200" indent="-2032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ferramentas atuais leem e guardam os dados do usuário.</a:t>
            </a:r>
            <a:endParaRPr lang="en-US" sz="1600" dirty="0"/>
          </a:p>
          <a:p>
            <a:pPr marL="203200" indent="-2032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cria exposição direta à LGPD.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301752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— PHISHGUARD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3611880"/>
            <a:ext cx="45870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barra golpes de e-mail e WhatsApp antes do clique.</a:t>
            </a:r>
            <a:endParaRPr lang="en-US" sz="1600" dirty="0"/>
          </a:p>
          <a:p>
            <a:pPr marL="203200" indent="-2032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Zero-Retention: nunca guardamos o que você escreve.</a:t>
            </a:r>
            <a:endParaRPr lang="en-US" sz="1600" dirty="0"/>
          </a:p>
          <a:p>
            <a:pPr marL="203200" indent="-2032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 a LGPD por construção.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ecossistema, uma inteligência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3393338" cy="1965960"/>
          </a:xfrm>
          <a:prstGeom prst="roundRect">
            <a:avLst>
              <a:gd name="adj" fmla="val 41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9443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52044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de navegador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93192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o e-mail no Gmail e no Outlook, em tempo real.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9178" y="2651760"/>
            <a:ext cx="3393338" cy="1965960"/>
          </a:xfrm>
          <a:prstGeom prst="roundRect">
            <a:avLst>
              <a:gd name="adj" fmla="val 41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9218" y="29443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19218" y="352044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WhatsApp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393192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Encaminhe a mensagem suspeita e receba o veredito.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8277" y="2651760"/>
            <a:ext cx="3393338" cy="1965960"/>
          </a:xfrm>
          <a:prstGeom prst="roundRect">
            <a:avLst>
              <a:gd name="adj" fmla="val 41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78317" y="29443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8317" y="352044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SOC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78317" y="393192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governança e exposição da equipe para gestores.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911535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507492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Inteligente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48640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IA anonimiza CPF, cartão e credenciais automaticamente antes de qualquer análise externa. Proteção de dados por design.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NEGÓCIOS · SAAS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frentes de receita recorrente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227168" cy="2651760"/>
          </a:xfrm>
          <a:prstGeom prst="roundRect">
            <a:avLst>
              <a:gd name="adj" fmla="val 3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24448" y="2651760"/>
            <a:ext cx="5227168" cy="2651760"/>
          </a:xfrm>
          <a:prstGeom prst="roundRect">
            <a:avLst>
              <a:gd name="adj" fmla="val 3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926080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PERSONAL — B2C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3756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R$ 9,90 / mês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114800"/>
            <a:ext cx="449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individual e familiar.  Escala por volume.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90208" y="2926080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ENTERPRISE — B2B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90208" y="333756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 a R$ 25 / assento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690208" y="4114800"/>
            <a:ext cx="449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 SOC, proteção de colaboradores e conformidade.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57784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557784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Tração: 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de 14 dias para empresas  ·  plano freemium para usuários finais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FINANCEIRA · TRAÇÃO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enxuta, retorno rápido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272888" cy="1691640"/>
          </a:xfrm>
          <a:prstGeom prst="roundRect">
            <a:avLst>
              <a:gd name="adj" fmla="val 48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907792"/>
            <a:ext cx="4541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85% / &gt; 90%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0332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contribuição — B2C / B2B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2651760"/>
            <a:ext cx="5272888" cy="1691640"/>
          </a:xfrm>
          <a:prstGeom prst="roundRect">
            <a:avLst>
              <a:gd name="adj" fmla="val 48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4488" y="2907792"/>
            <a:ext cx="4541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4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370332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equilíbrio (breakeven)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5272888" cy="1691640"/>
          </a:xfrm>
          <a:prstGeom prst="roundRect">
            <a:avLst>
              <a:gd name="adj" fmla="val 48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919472"/>
            <a:ext cx="4541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11x / 27x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71500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sobre o custo de aquisição — B2C / B2B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8728" y="4663440"/>
            <a:ext cx="5272888" cy="1691640"/>
          </a:xfrm>
          <a:prstGeom prst="roundRect">
            <a:avLst>
              <a:gd name="adj" fmla="val 48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44488" y="4919472"/>
            <a:ext cx="4541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644488" y="571500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acumulado positivo · MRR validado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PROJETO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funcional, mais de 85% pronto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5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em nuvem (Azure) validado.</a:t>
            </a:r>
            <a:endParaRPr lang="en-US" sz="1900" dirty="0"/>
          </a:p>
          <a:p>
            <a:pPr marL="203200" indent="-203200">
              <a:lnSpc>
                <a:spcPts val="25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Chromium ativa em Gmail e Outlook.</a:t>
            </a:r>
            <a:endParaRPr lang="en-US" sz="1900" dirty="0"/>
          </a:p>
          <a:p>
            <a:pPr marL="203200" indent="-203200">
              <a:lnSpc>
                <a:spcPts val="25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 dupla checagem operacional.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5394960"/>
            <a:ext cx="5227168" cy="731520"/>
          </a:xfrm>
          <a:prstGeom prst="roundRect">
            <a:avLst>
              <a:gd name="adj" fmla="val 11250"/>
            </a:avLst>
          </a:prstGeom>
          <a:solidFill>
            <a:srgbClr val="1E293B"/>
          </a:solidFill>
          <a:ln w="15875">
            <a:solidFill>
              <a:srgbClr val="10B981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914400" y="5394960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Link do Vídeo Pitch 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4448" y="5394960"/>
            <a:ext cx="5227168" cy="731520"/>
          </a:xfrm>
          <a:prstGeom prst="roundRect">
            <a:avLst>
              <a:gd name="adj" fmla="val 11250"/>
            </a:avLst>
          </a:prstGeom>
          <a:solidFill>
            <a:srgbClr val="1E293B"/>
          </a:solidFill>
          <a:ln w="15875">
            <a:solidFill>
              <a:srgbClr val="10B98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598768" y="5394960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Link do GitHub 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2026-09-02T21:53:28Z</dcterms:created>
  <dcterms:modified xsi:type="dcterms:W3CDTF">2026-09-02T21:53:28Z</dcterms:modified>
</cp:coreProperties>
</file>